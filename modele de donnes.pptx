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AA6A7-C017-23AC-3FE0-2A10A311DDF4}" v="288" dt="2026-01-21T17:33:50.722"/>
    <p1510:client id="{719ACECC-5E6A-959F-92B8-DE2999ADF5B1}" v="6" dt="2026-01-22T17:02:10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91F7-ED52-B0F9-2BB3-CB29D2FD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F0062C-DB28-BDB9-EA96-E0FDD18290F9}"/>
              </a:ext>
            </a:extLst>
          </p:cNvPr>
          <p:cNvSpPr/>
          <p:nvPr/>
        </p:nvSpPr>
        <p:spPr>
          <a:xfrm>
            <a:off x="2901459" y="5274702"/>
            <a:ext cx="1651191" cy="156202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500" u="sng">
                <a:solidFill>
                  <a:schemeClr val="tx1"/>
                </a:solidFill>
              </a:rPr>
              <a:t>#</a:t>
            </a:r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attempt_id</a:t>
            </a:r>
          </a:p>
          <a:p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#user_id (FK)</a:t>
            </a:r>
            <a:endParaRPr lang="fr-FR" u="sng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ip_address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success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timestamp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107ED7-5470-59ED-6674-071A2AA746F1}"/>
              </a:ext>
            </a:extLst>
          </p:cNvPr>
          <p:cNvSpPr/>
          <p:nvPr/>
        </p:nvSpPr>
        <p:spPr>
          <a:xfrm>
            <a:off x="2901458" y="5060807"/>
            <a:ext cx="1651191" cy="2757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Login_attemps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3FC416-221D-77D1-EF81-2FE4D0B2A982}"/>
              </a:ext>
            </a:extLst>
          </p:cNvPr>
          <p:cNvSpPr/>
          <p:nvPr/>
        </p:nvSpPr>
        <p:spPr>
          <a:xfrm>
            <a:off x="314960" y="1009595"/>
            <a:ext cx="1651191" cy="156202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500" u="sng">
                <a:solidFill>
                  <a:schemeClr val="tx1"/>
                </a:solidFill>
              </a:rPr>
              <a:t>#Customer_id</a:t>
            </a:r>
          </a:p>
          <a:p>
            <a:r>
              <a:rPr lang="fr-FR" sz="1500" dirty="0" err="1">
                <a:solidFill>
                  <a:schemeClr val="tx1"/>
                </a:solidFill>
              </a:rPr>
              <a:t>first_name</a:t>
            </a:r>
            <a:endParaRPr lang="fr-FR" sz="1500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</a:rPr>
              <a:t>Last_name</a:t>
            </a:r>
            <a:endParaRPr lang="fr-FR" sz="1500">
              <a:solidFill>
                <a:schemeClr val="tx1"/>
              </a:solidFill>
            </a:endParaRPr>
          </a:p>
          <a:p>
            <a:r>
              <a:rPr lang="fr-FR" sz="1500">
                <a:solidFill>
                  <a:schemeClr val="tx1"/>
                </a:solidFill>
              </a:rPr>
              <a:t>Email</a:t>
            </a:r>
          </a:p>
          <a:p>
            <a:r>
              <a:rPr lang="fr-FR" sz="1500">
                <a:solidFill>
                  <a:schemeClr val="tx1"/>
                </a:solidFill>
              </a:rPr>
              <a:t>Phone</a:t>
            </a:r>
          </a:p>
          <a:p>
            <a:r>
              <a:rPr lang="fr-FR" sz="1500" dirty="0" err="1">
                <a:solidFill>
                  <a:schemeClr val="tx1"/>
                </a:solidFill>
              </a:rPr>
              <a:t>Created_at</a:t>
            </a:r>
            <a:endParaRPr lang="fr-FR" sz="15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494A5E-6E59-4B4E-4530-62D7B095C56C}"/>
              </a:ext>
            </a:extLst>
          </p:cNvPr>
          <p:cNvSpPr/>
          <p:nvPr/>
        </p:nvSpPr>
        <p:spPr>
          <a:xfrm>
            <a:off x="314959" y="795700"/>
            <a:ext cx="1651191" cy="2757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Customers</a:t>
            </a:r>
            <a:endParaRPr lang="fr-FR" sz="1600" b="1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385054-7E9B-1D61-4D70-B44E83B3703E}"/>
              </a:ext>
            </a:extLst>
          </p:cNvPr>
          <p:cNvSpPr/>
          <p:nvPr/>
        </p:nvSpPr>
        <p:spPr>
          <a:xfrm>
            <a:off x="3617542" y="1029912"/>
            <a:ext cx="1651191" cy="17077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500" u="sng">
                <a:solidFill>
                  <a:schemeClr val="tx1"/>
                </a:solidFill>
              </a:rPr>
              <a:t>#</a:t>
            </a:r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account_id</a:t>
            </a:r>
            <a:endParaRPr lang="fr-FR" sz="1500" u="sng" dirty="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fr-FR" sz="1500" u="sng" dirty="0">
                <a:solidFill>
                  <a:schemeClr val="tx1"/>
                </a:solidFill>
                <a:ea typeface="+mn-lt"/>
                <a:cs typeface="+mn-lt"/>
              </a:rPr>
              <a:t># </a:t>
            </a:r>
            <a:r>
              <a:rPr lang="fr-FR" sz="1500" u="sng" dirty="0" err="1">
                <a:solidFill>
                  <a:schemeClr val="tx1"/>
                </a:solidFill>
                <a:ea typeface="+mn-lt"/>
                <a:cs typeface="+mn-lt"/>
              </a:rPr>
              <a:t>customer_id</a:t>
            </a:r>
            <a:r>
              <a:rPr lang="fr-FR" sz="1500" u="sng" dirty="0">
                <a:solidFill>
                  <a:schemeClr val="tx1"/>
                </a:solidFill>
                <a:ea typeface="+mn-lt"/>
                <a:cs typeface="+mn-lt"/>
              </a:rPr>
              <a:t> (FK)</a:t>
            </a:r>
            <a:endParaRPr lang="fr-FR" u="sng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account_type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balance</a:t>
            </a:r>
            <a:endParaRPr lang="fr-FR"/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status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created_at</a:t>
            </a:r>
            <a:endParaRPr lang="fr-FR" dirty="0" err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556C74-8A14-2D46-E226-A16FF52EFEA5}"/>
              </a:ext>
            </a:extLst>
          </p:cNvPr>
          <p:cNvSpPr/>
          <p:nvPr/>
        </p:nvSpPr>
        <p:spPr>
          <a:xfrm>
            <a:off x="3617540" y="748781"/>
            <a:ext cx="1651191" cy="2981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Accounts</a:t>
            </a:r>
            <a:endParaRPr lang="fr-FR" dirty="0" err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2F6012-2173-6D2C-A9B0-CD425E94FC63}"/>
              </a:ext>
            </a:extLst>
          </p:cNvPr>
          <p:cNvSpPr/>
          <p:nvPr/>
        </p:nvSpPr>
        <p:spPr>
          <a:xfrm>
            <a:off x="2974114" y="3055545"/>
            <a:ext cx="1651191" cy="19363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500" u="sng">
                <a:solidFill>
                  <a:schemeClr val="tx1"/>
                </a:solidFill>
              </a:rPr>
              <a:t>#</a:t>
            </a:r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log_id</a:t>
            </a:r>
          </a:p>
          <a:p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#user_id (FK )</a:t>
            </a:r>
            <a:endParaRPr lang="fr-FR" u="sng">
              <a:solidFill>
                <a:schemeClr val="tx1"/>
              </a:solidFill>
            </a:endParaRPr>
          </a:p>
          <a:p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action</a:t>
            </a:r>
            <a:endParaRPr lang="fr-FR"/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table_name</a:t>
            </a:r>
            <a:endParaRPr lang="fr-FR" dirty="0" err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record_id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ip_address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timestamp</a:t>
            </a:r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A39B7C-12D9-D25E-BC72-EEA994FC4A6F}"/>
              </a:ext>
            </a:extLst>
          </p:cNvPr>
          <p:cNvSpPr/>
          <p:nvPr/>
        </p:nvSpPr>
        <p:spPr>
          <a:xfrm>
            <a:off x="2974113" y="2868386"/>
            <a:ext cx="1651191" cy="2757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Audit_logs</a:t>
            </a:r>
            <a:endParaRPr lang="fr-FR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888245-381A-07A1-CAB1-A5CA40948F37}"/>
              </a:ext>
            </a:extLst>
          </p:cNvPr>
          <p:cNvSpPr/>
          <p:nvPr/>
        </p:nvSpPr>
        <p:spPr>
          <a:xfrm>
            <a:off x="6900361" y="975301"/>
            <a:ext cx="1651191" cy="156202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500" u="sng">
                <a:solidFill>
                  <a:schemeClr val="tx1"/>
                </a:solidFill>
              </a:rPr>
              <a:t>#</a:t>
            </a:r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card_id</a:t>
            </a:r>
          </a:p>
          <a:p>
            <a:r>
              <a:rPr lang="fr-FR" sz="1500" dirty="0">
                <a:solidFill>
                  <a:schemeClr val="tx1"/>
                </a:solidFill>
                <a:ea typeface="+mn-lt"/>
                <a:cs typeface="+mn-lt"/>
              </a:rPr>
              <a:t>FK </a:t>
            </a:r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account_id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card_number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card_status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expiration_date</a:t>
            </a:r>
            <a:endParaRPr lang="fr-FR" dirty="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E3C331-C462-261F-B6FA-4B9D2A2BFFD2}"/>
              </a:ext>
            </a:extLst>
          </p:cNvPr>
          <p:cNvSpPr/>
          <p:nvPr/>
        </p:nvSpPr>
        <p:spPr>
          <a:xfrm>
            <a:off x="6900359" y="761406"/>
            <a:ext cx="1651191" cy="2757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Cards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8BAB91-2593-9235-A0AC-70EA22A1EE58}"/>
              </a:ext>
            </a:extLst>
          </p:cNvPr>
          <p:cNvSpPr/>
          <p:nvPr/>
        </p:nvSpPr>
        <p:spPr>
          <a:xfrm>
            <a:off x="6354001" y="5348521"/>
            <a:ext cx="1651191" cy="13347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500" u="sng">
                <a:solidFill>
                  <a:schemeClr val="tx1"/>
                </a:solidFill>
              </a:rPr>
              <a:t>#</a:t>
            </a:r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user_id</a:t>
            </a:r>
          </a:p>
          <a:p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email</a:t>
            </a:r>
            <a:endParaRPr lang="fr-FR"/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role</a:t>
            </a:r>
            <a:endParaRPr lang="fr-FR" dirty="0" err="1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created_at</a:t>
            </a:r>
            <a:endParaRPr lang="fr-FR" dirty="0" err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EA1F22-B636-048D-1C79-2641924B9AAA}"/>
              </a:ext>
            </a:extLst>
          </p:cNvPr>
          <p:cNvSpPr/>
          <p:nvPr/>
        </p:nvSpPr>
        <p:spPr>
          <a:xfrm>
            <a:off x="6353999" y="5134624"/>
            <a:ext cx="1651191" cy="2757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Users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163291-BA97-7397-D37F-0E9508719F90}"/>
              </a:ext>
            </a:extLst>
          </p:cNvPr>
          <p:cNvSpPr/>
          <p:nvPr/>
        </p:nvSpPr>
        <p:spPr>
          <a:xfrm>
            <a:off x="8336013" y="2948597"/>
            <a:ext cx="1865085" cy="22839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500" u="sng">
                <a:solidFill>
                  <a:schemeClr val="tx1"/>
                </a:solidFill>
              </a:rPr>
              <a:t>#</a:t>
            </a:r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transaction_id</a:t>
            </a:r>
          </a:p>
          <a:p>
            <a:r>
              <a:rPr lang="fr-FR" sz="1500" u="sng">
                <a:solidFill>
                  <a:schemeClr val="tx1"/>
                </a:solidFill>
                <a:ea typeface="+mn-lt"/>
                <a:cs typeface="+mn-lt"/>
              </a:rPr>
              <a:t>#account_id (FK )</a:t>
            </a:r>
            <a:endParaRPr lang="fr-FR" u="sng">
              <a:solidFill>
                <a:schemeClr val="tx1"/>
              </a:solidFill>
            </a:endParaRPr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amount</a:t>
            </a:r>
            <a:endParaRPr lang="fr-FR" dirty="0" err="1"/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merchant_category</a:t>
            </a:r>
            <a:endParaRPr lang="fr-FR" dirty="0" err="1"/>
          </a:p>
          <a:p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location</a:t>
            </a:r>
            <a:endParaRPr lang="fr-FR"/>
          </a:p>
          <a:p>
            <a:r>
              <a:rPr lang="fr-FR" sz="1500">
                <a:solidFill>
                  <a:schemeClr val="tx1"/>
                </a:solidFill>
                <a:ea typeface="+mn-lt"/>
                <a:cs typeface="+mn-lt"/>
              </a:rPr>
              <a:t>timestamp</a:t>
            </a:r>
            <a:endParaRPr lang="fr-FR"/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is_fraud</a:t>
            </a:r>
            <a:endParaRPr lang="fr-FR" dirty="0" err="1"/>
          </a:p>
          <a:p>
            <a:r>
              <a:rPr lang="fr-FR" sz="1500" dirty="0" err="1">
                <a:solidFill>
                  <a:schemeClr val="tx1"/>
                </a:solidFill>
                <a:ea typeface="+mn-lt"/>
                <a:cs typeface="+mn-lt"/>
              </a:rPr>
              <a:t>fraud_score</a:t>
            </a:r>
            <a:endParaRPr lang="fr-FR" dirty="0" err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5DA5EE-DA7B-6D2B-E909-A990C456E728}"/>
              </a:ext>
            </a:extLst>
          </p:cNvPr>
          <p:cNvSpPr/>
          <p:nvPr/>
        </p:nvSpPr>
        <p:spPr>
          <a:xfrm>
            <a:off x="8336012" y="2694597"/>
            <a:ext cx="1865085" cy="2757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Transact</a:t>
            </a:r>
            <a:r>
              <a:rPr lang="fr-FR" sz="1600" b="1">
                <a:solidFill>
                  <a:schemeClr val="tx1"/>
                </a:solidFill>
              </a:rPr>
              <a:t>ions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0BF8E21-CAD5-EF30-39F4-B393D688CB0E}"/>
              </a:ext>
            </a:extLst>
          </p:cNvPr>
          <p:cNvCxnSpPr/>
          <p:nvPr/>
        </p:nvCxnSpPr>
        <p:spPr>
          <a:xfrm>
            <a:off x="2086765" y="1606471"/>
            <a:ext cx="1407689" cy="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7516647A-0B7F-6F06-0C9D-89E5E333A557}"/>
              </a:ext>
            </a:extLst>
          </p:cNvPr>
          <p:cNvCxnSpPr>
            <a:cxnSpLocks/>
          </p:cNvCxnSpPr>
          <p:nvPr/>
        </p:nvCxnSpPr>
        <p:spPr>
          <a:xfrm>
            <a:off x="5399808" y="1606471"/>
            <a:ext cx="1407689" cy="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084CA76F-1AC2-873B-F1C1-D4E0A5360705}"/>
              </a:ext>
            </a:extLst>
          </p:cNvPr>
          <p:cNvCxnSpPr>
            <a:cxnSpLocks/>
          </p:cNvCxnSpPr>
          <p:nvPr/>
        </p:nvCxnSpPr>
        <p:spPr>
          <a:xfrm flipH="1" flipV="1">
            <a:off x="4650531" y="5841788"/>
            <a:ext cx="1461289" cy="18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D83FF7A7-E74A-9C81-F419-55C5856C70A8}"/>
              </a:ext>
            </a:extLst>
          </p:cNvPr>
          <p:cNvSpPr txBox="1"/>
          <p:nvPr/>
        </p:nvSpPr>
        <p:spPr>
          <a:xfrm>
            <a:off x="1962942" y="1253903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1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327461-A3FA-CA60-5772-CD94398D5120}"/>
              </a:ext>
            </a:extLst>
          </p:cNvPr>
          <p:cNvSpPr txBox="1"/>
          <p:nvPr/>
        </p:nvSpPr>
        <p:spPr>
          <a:xfrm>
            <a:off x="3192836" y="1253902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2E174D0-627D-5529-54F1-882699A223A7}"/>
              </a:ext>
            </a:extLst>
          </p:cNvPr>
          <p:cNvSpPr txBox="1"/>
          <p:nvPr/>
        </p:nvSpPr>
        <p:spPr>
          <a:xfrm>
            <a:off x="5251573" y="1253902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F4EF3E-4AFE-C575-28BB-67EE39606EDE}"/>
              </a:ext>
            </a:extLst>
          </p:cNvPr>
          <p:cNvSpPr txBox="1"/>
          <p:nvPr/>
        </p:nvSpPr>
        <p:spPr>
          <a:xfrm>
            <a:off x="6601784" y="1253903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n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F1F91F84-FEAC-C0C2-1364-68AFBB43B442}"/>
              </a:ext>
            </a:extLst>
          </p:cNvPr>
          <p:cNvCxnSpPr>
            <a:cxnSpLocks/>
          </p:cNvCxnSpPr>
          <p:nvPr/>
        </p:nvCxnSpPr>
        <p:spPr>
          <a:xfrm>
            <a:off x="5426545" y="2635839"/>
            <a:ext cx="2878214" cy="1045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A81D67C-C131-52DA-C769-8BEAE862FCE4}"/>
              </a:ext>
            </a:extLst>
          </p:cNvPr>
          <p:cNvSpPr txBox="1"/>
          <p:nvPr/>
        </p:nvSpPr>
        <p:spPr>
          <a:xfrm>
            <a:off x="5291678" y="2323375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58BAF1E-D7B2-81A4-87A3-E5BD5DE270E4}"/>
              </a:ext>
            </a:extLst>
          </p:cNvPr>
          <p:cNvSpPr txBox="1"/>
          <p:nvPr/>
        </p:nvSpPr>
        <p:spPr>
          <a:xfrm>
            <a:off x="8045573" y="3245797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1C514B4-B3DC-2729-52C9-A4B7AB091DD1}"/>
              </a:ext>
            </a:extLst>
          </p:cNvPr>
          <p:cNvSpPr txBox="1"/>
          <p:nvPr/>
        </p:nvSpPr>
        <p:spPr>
          <a:xfrm>
            <a:off x="5946730" y="5491691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7D9E2A-BA27-CD19-3A98-F267F71D6BB6}"/>
              </a:ext>
            </a:extLst>
          </p:cNvPr>
          <p:cNvSpPr txBox="1"/>
          <p:nvPr/>
        </p:nvSpPr>
        <p:spPr>
          <a:xfrm>
            <a:off x="4489573" y="5491691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n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AC23882-A1F2-7D2B-C421-5464FD5B1DE4}"/>
              </a:ext>
            </a:extLst>
          </p:cNvPr>
          <p:cNvCxnSpPr>
            <a:cxnSpLocks/>
          </p:cNvCxnSpPr>
          <p:nvPr/>
        </p:nvCxnSpPr>
        <p:spPr>
          <a:xfrm flipH="1" flipV="1">
            <a:off x="4717372" y="3996946"/>
            <a:ext cx="1554868" cy="1301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F554786E-00BC-3085-2195-B44C39946499}"/>
              </a:ext>
            </a:extLst>
          </p:cNvPr>
          <p:cNvSpPr txBox="1"/>
          <p:nvPr/>
        </p:nvSpPr>
        <p:spPr>
          <a:xfrm>
            <a:off x="4649993" y="3566638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330026E-27E8-002B-EA0B-6E28C6AC9FC8}"/>
              </a:ext>
            </a:extLst>
          </p:cNvPr>
          <p:cNvSpPr txBox="1"/>
          <p:nvPr/>
        </p:nvSpPr>
        <p:spPr>
          <a:xfrm>
            <a:off x="6093783" y="4769796"/>
            <a:ext cx="300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897275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116</cp:revision>
  <dcterms:created xsi:type="dcterms:W3CDTF">2026-01-21T17:16:11Z</dcterms:created>
  <dcterms:modified xsi:type="dcterms:W3CDTF">2026-01-22T17:02:16Z</dcterms:modified>
</cp:coreProperties>
</file>